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GBM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Inteligencia Adaptativa para Operaciones Comerciales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GBM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Asistente IA?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inteligente que aprende de cada interacción y automatiza tareas operativas repetitivas (SAP, documentos, cotizaciones), reduciendo tiempos y errores humanos.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77440"/>
            <a:ext cx="2560320" cy="54864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2606040"/>
            <a:ext cx="822960" cy="822960"/>
          </a:xfrm>
          <a:prstGeom prst="ellipse">
            <a:avLst/>
          </a:prstGeom>
          <a:solidFill>
            <a:srgbClr val="2D9F6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88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15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éxito y cada error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8328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83280" y="237744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Shape 11"/>
          <p:cNvSpPr/>
          <p:nvPr/>
        </p:nvSpPr>
        <p:spPr>
          <a:xfrm>
            <a:off x="4251960" y="2606040"/>
            <a:ext cx="822960" cy="82296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88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5661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probadas sin reinventar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237744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2377440"/>
            <a:ext cx="25603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Shape 16"/>
          <p:cNvSpPr/>
          <p:nvPr/>
        </p:nvSpPr>
        <p:spPr>
          <a:xfrm>
            <a:off x="7086600" y="260604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788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0080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rápido, preciso y económico con el uso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Funcional — 4 Capas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868680"/>
            <a:ext cx="6949440" cy="8686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51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914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INTERACCIÓN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01168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 ·  CLI Conversacional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0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A8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97280" y="1874520"/>
            <a:ext cx="6949440" cy="868680"/>
          </a:xfrm>
          <a:prstGeom prst="rect">
            <a:avLst/>
          </a:prstGeom>
          <a:solidFill>
            <a:srgbClr val="2D9F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0574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1168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INTELIGENCIA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01168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Tareas (12 dominios)  ·  Ejecutor Adaptativo  ·  Aprendizaje Continuo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297680" y="26791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A8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97280" y="2880360"/>
            <a:ext cx="6949440" cy="86868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0632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2926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CONOCIMIENTO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011680" y="32918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GBM  ·  Catálogo Productos  ·  Historial de Sesiones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297680" y="3685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6A8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97280" y="3886200"/>
            <a:ext cx="6949440" cy="86868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0690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1168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AUTOMATIZACIÓN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011680" y="4297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CRM  ·  Docs SOW  ·  BoM  ·  Monday.com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Dominios de Conocimiento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80467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5943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Genera, revisa y fusiona Statements of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y fusiona Bills of Materials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decks PowerPoint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Tierra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 SAP CRM (WebUI)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Nube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en SAP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 pipeline comercial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BPM/BAU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operativos 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correo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sobre documentos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 y seguimiento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Nomenclatura, tarifas, cláusulas 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IBM, SAP, servicios 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Clave: Aprende y No Repite Errores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vez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32004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pide tarea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39112"/>
            <a:ext cx="32004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39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hay patrón previo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32004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IA resuelve desde cero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889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099816"/>
            <a:ext cx="32004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99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Registra resultado (éxito o fallo)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4198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630168"/>
            <a:ext cx="32004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Disponible para próximas sesiones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3931920" cy="457200"/>
          </a:xfrm>
          <a:prstGeom prst="rect">
            <a:avLst/>
          </a:prstGeom>
          <a:solidFill>
            <a:srgbClr val="2D9F6F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vez en adelante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0640" y="1508760"/>
            <a:ext cx="3200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pide tarea similar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1828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9F6F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039112"/>
            <a:ext cx="3200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039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Encuentra patrón exitoso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3591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9F6F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569464"/>
            <a:ext cx="3200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Reutiliza solución probada (sin IA)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8895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9F6F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3099816"/>
            <a:ext cx="3200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099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Más rápido · Menor costo · Más confiable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4198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9F6F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3630168"/>
            <a:ext cx="3200400" cy="3657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 inmediato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interacción hace al sistema más rápido, más barato y más preciso.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Automatización SAP CRM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868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Solicitud: "Cargá estos 15 productos en la oportunidad 4850"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automático a SAP CRM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5176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oportunidad 4850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42900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oportunidad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78308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66360" y="187452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1500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 pestaña Productos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56032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265176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cada producto (código, cantidad, precio)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3375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66360" y="342900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1500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y reporta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828800" y="4251960"/>
            <a:ext cx="5486400" cy="594360"/>
          </a:xfrm>
          <a:prstGeom prst="rect">
            <a:avLst/>
          </a:prstGeom>
          <a:solidFill>
            <a:srgbClr val="2D9F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0" y="4251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vs. horas de trabajo manual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Negocio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5720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Asistente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Asistente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F6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productos en SAP manualmente, uno por 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automática de lotes completos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Armar SOW copiando de documentos anteriores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estructurada con reglas 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BoM a ojo contra catálogo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automática de precios y códigos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 en la cabeza de las personas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Conocimiento persistente que no se pierde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error se repite hasta que alguien lo nota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registrados y evitados automáticamente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algo similar en el mercado?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13 sistemas — Ninguno combina las 9 capacidades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097280"/>
                <a:gridCol w="10972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Reutiliza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(Princeton)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Voyager (NVIDIA)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Letta/MemGPT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ExpeL (Tsinghua)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PALADIN (2025)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⚠️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9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 IA 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B0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280160"/>
          </a:xfrm>
          <a:prstGeom prst="rect">
            <a:avLst/>
          </a:prstGeom>
          <a:solidFill>
            <a:srgbClr val="F5B04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sistema en el mercado (comercial ni open-source) que combine las 9 capacidades del Asistente IA GBM.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163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son componentes genéricos que requieren ensamblaje — el Asistente IA es un motor completo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47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74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Contextualizado al negocio de GBM: reglas, catálogo, tarifas, procesos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27939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06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no se pierde cuando alguien rota de puesto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 GBM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aprende, automatiza y evoluciona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GBM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IA GBM - Arquitectura</dc:title>
  <dc:subject>PptxGenJS Presentation</dc:subject>
  <dc:creator>GBM</dc:creator>
  <cp:lastModifiedBy>GBM</cp:lastModifiedBy>
  <cp:revision>1</cp:revision>
  <dcterms:created xsi:type="dcterms:W3CDTF">2026-03-20T17:43:32Z</dcterms:created>
  <dcterms:modified xsi:type="dcterms:W3CDTF">2026-03-20T17:43:32Z</dcterms:modified>
</cp:coreProperties>
</file>